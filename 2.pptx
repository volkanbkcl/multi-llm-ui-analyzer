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954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EE0D6FCD-879D-4C60-ACB9-5E9EF4792542}"/>
              </a:ext>
            </a:extLst>
          </p:cNvPr>
          <p:cNvSpPr/>
          <p:nvPr/>
        </p:nvSpPr>
        <p:spPr>
          <a:xfrm>
            <a:off x="1264887" y="2842161"/>
            <a:ext cx="3886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FAT</a:t>
            </a:r>
            <a:r>
              <a:rPr lang="tr-TR" sz="3200" b="1" dirty="0">
                <a:solidFill>
                  <a:schemeClr val="tx1"/>
                </a:solidFill>
                <a:latin typeface="+mj-lt"/>
              </a:rPr>
              <a:t>İ</a:t>
            </a:r>
            <a:r>
              <a:rPr lang="en-US" sz="3200" b="1" dirty="0">
                <a:solidFill>
                  <a:schemeClr val="tx1"/>
                </a:solidFill>
                <a:latin typeface="+mj-lt"/>
              </a:rPr>
              <a:t>H</a:t>
            </a:r>
            <a:endParaRPr lang="tr-TR" sz="32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94EF5DAE-3499-4A41-8F42-CFD27C419FAB}"/>
              </a:ext>
            </a:extLst>
          </p:cNvPr>
          <p:cNvSpPr/>
          <p:nvPr/>
        </p:nvSpPr>
        <p:spPr>
          <a:xfrm>
            <a:off x="6184900" y="2842161"/>
            <a:ext cx="3886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VOLKAN &amp; SALİH EREN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EB8ED2C-A8C9-45AA-B22A-120167C6CC05}"/>
              </a:ext>
            </a:extLst>
          </p:cNvPr>
          <p:cNvSpPr/>
          <p:nvPr/>
        </p:nvSpPr>
        <p:spPr>
          <a:xfrm>
            <a:off x="11253437" y="2842161"/>
            <a:ext cx="3886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BERZAN &amp; SALİH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Özel</PresentationFormat>
  <Paragraphs>3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Arial Rounded MT Bold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Volkan</cp:lastModifiedBy>
  <cp:revision>2</cp:revision>
  <dcterms:created xsi:type="dcterms:W3CDTF">2006-08-16T00:00:00Z</dcterms:created>
  <dcterms:modified xsi:type="dcterms:W3CDTF">2026-04-29T19:58:09Z</dcterms:modified>
</cp:coreProperties>
</file>