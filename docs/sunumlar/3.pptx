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1" d="100"/>
          <a:sy n="81" d="100"/>
        </p:scale>
        <p:origin x="69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4" name="Resim 3">
            <a:extLst>
              <a:ext uri="{FF2B5EF4-FFF2-40B4-BE49-F238E27FC236}">
                <a16:creationId xmlns:a16="http://schemas.microsoft.com/office/drawing/2014/main" id="{0DDF22D5-447A-49AF-82FA-B3BDE22BB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3856901"/>
            <a:ext cx="1162212" cy="552527"/>
          </a:xfrm>
          <a:prstGeom prst="rect">
            <a:avLst/>
          </a:prstGeom>
        </p:spPr>
      </p:pic>
      <p:sp>
        <p:nvSpPr>
          <p:cNvPr id="5" name="Metin kutusu 4">
            <a:extLst>
              <a:ext uri="{FF2B5EF4-FFF2-40B4-BE49-F238E27FC236}">
                <a16:creationId xmlns:a16="http://schemas.microsoft.com/office/drawing/2014/main" id="{08DCBF48-29DA-4D45-A852-3BC772944E72}"/>
              </a:ext>
            </a:extLst>
          </p:cNvPr>
          <p:cNvSpPr txBox="1"/>
          <p:nvPr/>
        </p:nvSpPr>
        <p:spPr>
          <a:xfrm>
            <a:off x="1041400" y="3763097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/>
              <a:t>Fatih</a:t>
            </a: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341DD2F9-AA91-41D3-A185-039F4F8B4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0600" y="3763097"/>
            <a:ext cx="2895600" cy="533474"/>
          </a:xfrm>
          <a:prstGeom prst="rect">
            <a:avLst/>
          </a:prstGeom>
        </p:spPr>
      </p:pic>
      <p:sp>
        <p:nvSpPr>
          <p:cNvPr id="7" name="Metin kutusu 6">
            <a:extLst>
              <a:ext uri="{FF2B5EF4-FFF2-40B4-BE49-F238E27FC236}">
                <a16:creationId xmlns:a16="http://schemas.microsoft.com/office/drawing/2014/main" id="{91230A2B-5DF9-4297-84E1-4A6C0819C607}"/>
              </a:ext>
            </a:extLst>
          </p:cNvPr>
          <p:cNvSpPr txBox="1"/>
          <p:nvPr/>
        </p:nvSpPr>
        <p:spPr>
          <a:xfrm>
            <a:off x="5991306" y="3771612"/>
            <a:ext cx="4194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/>
              <a:t>Volkan &amp; Salih Eren</a:t>
            </a:r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0BC6559B-BE45-4B96-94B2-6D736FE99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0117" y="3904532"/>
            <a:ext cx="1467055" cy="457264"/>
          </a:xfrm>
          <a:prstGeom prst="rect">
            <a:avLst/>
          </a:prstGeom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C7844EB5-E5C7-4BEE-B48B-C34D03F65997}"/>
              </a:ext>
            </a:extLst>
          </p:cNvPr>
          <p:cNvSpPr txBox="1"/>
          <p:nvPr/>
        </p:nvSpPr>
        <p:spPr>
          <a:xfrm>
            <a:off x="10944306" y="3808036"/>
            <a:ext cx="44226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600" b="1" dirty="0" err="1"/>
              <a:t>Berzan</a:t>
            </a:r>
            <a:r>
              <a:rPr lang="tr-TR" sz="3600" b="1" dirty="0"/>
              <a:t> &amp; Salih Dursun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Office PowerPoint</Application>
  <PresentationFormat>Özel</PresentationFormat>
  <Paragraphs>3</Paragraphs>
  <Slides>12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Volkan</cp:lastModifiedBy>
  <cp:revision>4</cp:revision>
  <dcterms:created xsi:type="dcterms:W3CDTF">2006-08-16T00:00:00Z</dcterms:created>
  <dcterms:modified xsi:type="dcterms:W3CDTF">2026-05-07T18:36:34Z</dcterms:modified>
</cp:coreProperties>
</file>